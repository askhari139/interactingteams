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52"/>
    <p:restoredTop sz="94571"/>
  </p:normalViewPr>
  <p:slideViewPr>
    <p:cSldViewPr snapToGrid="0">
      <p:cViewPr>
        <p:scale>
          <a:sx n="77" d="100"/>
          <a:sy n="77" d="100"/>
        </p:scale>
        <p:origin x="55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3596D-1B69-4D47-87F8-31CDC1D4FAA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AD38E-8B6D-5049-A2B7-243D2F56A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49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AD38E-8B6D-5049-A2B7-243D2F56A9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70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03E8-10DE-8F57-B21B-DA1959B5F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176DD-3364-8EC6-6799-28BA1459D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60663-2ACF-D409-470A-EF35A7AB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D7FFB-DD62-57E8-A89A-DDBA934A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0E208-1BB3-1966-175A-AFF3E1D1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7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0989-F7CA-5DCC-A9FF-D9C685F3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2FE6-2D3C-3DBF-529F-128F6287C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7C6FC-9965-EC18-0378-8279583E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F162A-CFF1-0C48-974C-0B2922F9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8A954-6DDC-438F-49D0-8BDAB990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3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E0A3-3F2A-3E4A-3028-E97D8205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E725D-B14B-E4F8-B2A8-8216B3A95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C7D51-EA2A-BB9E-0DDF-560288E1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583BD-E0BE-F6A8-91AC-2D81F97F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0306-83ED-870E-AA94-8C45B5D6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4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007F-CA8A-1D0F-FBA4-B56C2153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A0AFB-531C-8F85-12B4-F50A79829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3F0FA-3FCD-488E-38AC-E3E15BE86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95B92-D0D6-7995-2960-16399EE5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514DE-EE41-679B-8415-4E8A26ADB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A67A0-9D46-0E70-35D9-869D353E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5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8A27-6C39-D880-2AAA-CEC974FD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8BAB8-AFC1-C2C6-E37D-B3C918709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F1B9D-ABBA-D442-43A7-812A8D498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5D69B-F032-75CC-0F28-F5A2D8865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856EA-8B56-9D42-85F3-42D840600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71DDF-91DC-C1B1-0A94-0F39B83C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84B50-0A7C-F7C9-2325-F608CFF80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832A9-45B5-C02F-7266-DF4CDAE2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AAEB-8CAB-C674-FBF0-004EAAE4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CCAF9-2F4A-A7E1-B9A5-055445CC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577F6-789A-561A-C560-449A6335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9962C-B2A0-E9FC-BBD3-53644481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0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C032D-0E49-F533-E6B6-879D5292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FF0D5-BFAE-C2A8-4AD3-0A921232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4E4A3-339D-26A5-0B45-8E3BF1E4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5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4B8D-EC9E-735A-E380-AC8109B2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29FD1-53BF-BB0D-D6D1-61B321A84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D6883-01FF-FA76-E90F-C4C8D5356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92AAA-0001-C7AA-565B-5919B5FB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F9E9A-EBB8-DA7D-C5F5-8C2D91EC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51013-5F30-0825-2C76-42A2E068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6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8BC0-5DDF-2B54-622F-D5ADC27C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38B8-0CF1-116E-72A7-BAA58DF8A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20248-F7EE-AE30-D867-4779296C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E37A7-4419-727A-A215-BC8C2FDB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238D8-48B6-8988-BDFA-472545CA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7C36F-D892-D43A-F646-6B5FF8ED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78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5EA2-6CBF-3DF4-B5BC-DE8931497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FA334-2DC5-523B-6B25-40897619B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DA5F4-33A4-04FD-D787-42490919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F344-A5D3-4AF7-7793-D8964D15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9F122-9385-1F2B-D34C-E47C05E0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5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908FB-16CA-C468-DAA0-EC60B6A97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51F3A-66B9-60F0-DD53-37B00397B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7E96A-5D42-66EA-D3EA-37EDDEED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B6550-5634-10F9-B0BF-C7BFD85A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99D6-1B3A-B6AD-86FB-5D60FF110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9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95C95-A8D2-D9CE-1873-FDA4961C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3E0AC-063E-81D7-BBCA-35D69EB7A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7F9AA-FA0F-403F-1651-72B58AECB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C2EE4-D7EF-0F4E-A4F7-787C141F727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5E32A-D8AA-4168-E7AD-52CAEA687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F7DE0-8C1D-9E4E-F9E7-13BC41C12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6C9D7-5395-A54D-9F10-288603E3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1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E7E-CB16-3DD3-7A13-E93727334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Interacting modules and their control principals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B7B86-33C8-4ECD-607A-D045FE245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C501-F7B9-E1E0-14FF-F348B76C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4E72F-450A-0AD7-13C8-34C58EC29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Biological networks are modular, but can this modularity meaningfully sustain in large networks and help predict the behavior of the </a:t>
            </a:r>
            <a:r>
              <a:rPr lang="en-US" dirty="0" err="1"/>
              <a:t>phentoypic</a:t>
            </a:r>
            <a:r>
              <a:rPr lang="en-US" dirty="0"/>
              <a:t> landscape?</a:t>
            </a:r>
          </a:p>
          <a:p>
            <a:r>
              <a:rPr lang="en-US" dirty="0"/>
              <a:t>Recently, Regan’s group built a collection of GRNs underlying EMT that explain this </a:t>
            </a:r>
          </a:p>
        </p:txBody>
      </p:sp>
    </p:spTree>
    <p:extLst>
      <p:ext uri="{BB962C8B-B14F-4D97-AF65-F5344CB8AC3E}">
        <p14:creationId xmlns:p14="http://schemas.microsoft.com/office/powerpoint/2010/main" val="254295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E518-1012-3627-0664-EFFCEFAC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 – Team strength is a good predictor of phenotypic outcome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BE4D0-87AE-7C5B-A267-BD176FA8D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27" t="16013" r="4999" b="10699"/>
          <a:stretch>
            <a:fillRect/>
          </a:stretch>
        </p:blipFill>
        <p:spPr>
          <a:xfrm>
            <a:off x="494676" y="1690689"/>
            <a:ext cx="5486399" cy="23546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85D981-475A-BB27-09BC-5E9C11360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14" y="4201361"/>
            <a:ext cx="4370295" cy="2063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A08C48-8AB2-92EB-4FB4-FF6C2E5E1F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67" b="13389"/>
          <a:stretch>
            <a:fillRect/>
          </a:stretch>
        </p:blipFill>
        <p:spPr>
          <a:xfrm>
            <a:off x="4326447" y="4350030"/>
            <a:ext cx="4853354" cy="1915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00F4BA-5AEE-F7BF-0D26-51D826D7C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276" y="1481460"/>
            <a:ext cx="3697515" cy="277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5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D4CC-6A09-B19E-7D5C-8A425508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S1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CF747-8D53-9B67-B4DD-6DBD2858D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8" y="1558637"/>
            <a:ext cx="7772400" cy="529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50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3054</TotalTime>
  <Words>60</Words>
  <Application>Microsoft Macintosh PowerPoint</Application>
  <PresentationFormat>Widescreen</PresentationFormat>
  <Paragraphs>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Interacting modules and their control principals</vt:lpstr>
      <vt:lpstr>Outline</vt:lpstr>
      <vt:lpstr>Figure 1 – Team strength is a good predictor of phenotypic outcome</vt:lpstr>
      <vt:lpstr>Figure S1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Hari, Kishore</dc:creator>
  <cp:lastModifiedBy>Hari, Kishore</cp:lastModifiedBy>
  <cp:revision>1</cp:revision>
  <dcterms:created xsi:type="dcterms:W3CDTF">2026-09-22T20:29:10Z</dcterms:created>
  <dcterms:modified xsi:type="dcterms:W3CDTF">2026-09-24T23:23:24Z</dcterms:modified>
</cp:coreProperties>
</file>